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embeddedFontLst>
    <p:embeddedFont>
      <p:font typeface="Play"/>
      <p:regular r:id="rId11"/>
      <p:bold r:id="rId12"/>
    </p:embeddedFont>
    <p:embeddedFont>
      <p:font typeface="La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i75wQZbANKxdLhk9g5jI+7Y307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lay-regular.fntdata"/><Relationship Id="rId10" Type="http://schemas.openxmlformats.org/officeDocument/2006/relationships/slide" Target="slides/slide6.xml"/><Relationship Id="rId13" Type="http://schemas.openxmlformats.org/officeDocument/2006/relationships/font" Target="fonts/Lato-regular.fntdata"/><Relationship Id="rId12" Type="http://schemas.openxmlformats.org/officeDocument/2006/relationships/font" Target="fonts/Play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Lato-italic.fntdata"/><Relationship Id="rId14" Type="http://schemas.openxmlformats.org/officeDocument/2006/relationships/font" Target="fonts/Lato-bold.fntdata"/><Relationship Id="rId17" Type="http://customschemas.google.com/relationships/presentationmetadata" Target="metadata"/><Relationship Id="rId16" Type="http://schemas.openxmlformats.org/officeDocument/2006/relationships/font" Target="fonts/Lat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7a185a933_0_3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47a185a933_0_3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47a185a933_0_3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47a185a933_0_3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47a185a933_0_3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8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4C6E"/>
              </a:buClr>
              <a:buSzPts val="2800"/>
              <a:buFont typeface="Lato"/>
              <a:buNone/>
              <a:defRPr b="1" cap="none">
                <a:solidFill>
                  <a:srgbClr val="074C6E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2133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Uma imagem com origami&#10;&#10;Descrição gerada automaticamente" id="23" name="Google Shape;23;p8"/>
          <p:cNvPicPr preferRelativeResize="0"/>
          <p:nvPr/>
        </p:nvPicPr>
        <p:blipFill rotWithShape="1">
          <a:blip r:embed="rId2">
            <a:alphaModFix/>
          </a:blip>
          <a:srcRect b="0" l="0" r="37354" t="0"/>
          <a:stretch/>
        </p:blipFill>
        <p:spPr>
          <a:xfrm>
            <a:off x="-166254" y="5912003"/>
            <a:ext cx="1451956" cy="1136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o de Título" type="title">
  <p:cSld name="TITL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7" name="Google Shape;27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Objeto" type="obj">
  <p:cSld name="OBJEC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cção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9" name="Google Shape;39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Duplo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1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1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 Título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6" name="Google Shape;66;p1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e Texto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/>
          <p:nvPr/>
        </p:nvSpPr>
        <p:spPr>
          <a:xfrm>
            <a:off x="3110575" y="674025"/>
            <a:ext cx="3196800" cy="713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Lorem Ipsum </a:t>
            </a:r>
            <a:endParaRPr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(n=xxx)</a:t>
            </a:r>
            <a:endParaRPr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3113712" y="2273284"/>
            <a:ext cx="3191400" cy="713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Lorem Ipsum </a:t>
            </a:r>
            <a:endParaRPr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(n=xxx)</a:t>
            </a:r>
            <a:endParaRPr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3113245" y="3872536"/>
            <a:ext cx="3191400" cy="713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Lorem Ipsum </a:t>
            </a:r>
            <a:endParaRPr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(n=xxx)</a:t>
            </a:r>
            <a:endParaRPr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3113724" y="5471810"/>
            <a:ext cx="3191400" cy="713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Lorem Ipsum </a:t>
            </a:r>
            <a:endParaRPr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(n=xxx)</a:t>
            </a:r>
            <a:endParaRPr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98" name="Google Shape;98;p1"/>
          <p:cNvCxnSpPr>
            <a:stCxn id="94" idx="2"/>
            <a:endCxn id="95" idx="0"/>
          </p:cNvCxnSpPr>
          <p:nvPr/>
        </p:nvCxnSpPr>
        <p:spPr>
          <a:xfrm>
            <a:off x="4708975" y="1387125"/>
            <a:ext cx="300" cy="886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" name="Google Shape;99;p1"/>
          <p:cNvCxnSpPr>
            <a:stCxn id="95" idx="2"/>
            <a:endCxn id="96" idx="0"/>
          </p:cNvCxnSpPr>
          <p:nvPr/>
        </p:nvCxnSpPr>
        <p:spPr>
          <a:xfrm flipH="1">
            <a:off x="4708812" y="2986384"/>
            <a:ext cx="600" cy="886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" name="Google Shape;100;p1"/>
          <p:cNvCxnSpPr>
            <a:stCxn id="96" idx="2"/>
            <a:endCxn id="97" idx="0"/>
          </p:cNvCxnSpPr>
          <p:nvPr/>
        </p:nvCxnSpPr>
        <p:spPr>
          <a:xfrm>
            <a:off x="4708945" y="4585636"/>
            <a:ext cx="600" cy="886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" name="Google Shape;101;p1"/>
          <p:cNvSpPr txBox="1"/>
          <p:nvPr/>
        </p:nvSpPr>
        <p:spPr>
          <a:xfrm>
            <a:off x="7600122" y="3072300"/>
            <a:ext cx="2874600" cy="705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Lorem Ipsum </a:t>
            </a:r>
            <a:endParaRPr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(n=xxx)</a:t>
            </a:r>
            <a:endParaRPr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7600122" y="4654912"/>
            <a:ext cx="2874600" cy="705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Lorem Ipsum </a:t>
            </a:r>
            <a:endParaRPr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(n=xxx)</a:t>
            </a:r>
            <a:endParaRPr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03" name="Google Shape;103;p1"/>
          <p:cNvCxnSpPr>
            <a:endCxn id="101" idx="1"/>
          </p:cNvCxnSpPr>
          <p:nvPr/>
        </p:nvCxnSpPr>
        <p:spPr>
          <a:xfrm>
            <a:off x="4738422" y="3414150"/>
            <a:ext cx="2861700" cy="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104" name="Google Shape;104;p1"/>
          <p:cNvCxnSpPr/>
          <p:nvPr/>
        </p:nvCxnSpPr>
        <p:spPr>
          <a:xfrm flipH="1" rot="10800000">
            <a:off x="4725600" y="5027850"/>
            <a:ext cx="2874600" cy="1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105" name="Google Shape;105;p1"/>
          <p:cNvSpPr txBox="1"/>
          <p:nvPr>
            <p:ph idx="4294967295" type="title"/>
          </p:nvPr>
        </p:nvSpPr>
        <p:spPr>
          <a:xfrm>
            <a:off x="415600" y="593375"/>
            <a:ext cx="18417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4C6E"/>
              </a:buClr>
              <a:buSzPts val="2800"/>
              <a:buFont typeface="Lato"/>
              <a:buNone/>
            </a:pPr>
            <a:r>
              <a:rPr b="1" lang="en-US" sz="2133">
                <a:solidFill>
                  <a:srgbClr val="074C6E"/>
                </a:solidFill>
                <a:latin typeface="Lato"/>
                <a:ea typeface="Lato"/>
                <a:cs typeface="Lato"/>
                <a:sym typeface="Lato"/>
              </a:rPr>
              <a:t>TEMPLATE 1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47a185a933_0_372"/>
          <p:cNvSpPr txBox="1"/>
          <p:nvPr/>
        </p:nvSpPr>
        <p:spPr>
          <a:xfrm>
            <a:off x="4836975" y="743088"/>
            <a:ext cx="3196800" cy="713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Lorem Ipsum </a:t>
            </a:r>
            <a:endParaRPr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(n=xxx)</a:t>
            </a:r>
            <a:endParaRPr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" name="Google Shape;112;g347a185a933_0_372"/>
          <p:cNvSpPr txBox="1"/>
          <p:nvPr/>
        </p:nvSpPr>
        <p:spPr>
          <a:xfrm>
            <a:off x="4840112" y="2342347"/>
            <a:ext cx="3191400" cy="713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Lorem Ipsum </a:t>
            </a:r>
            <a:endParaRPr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(n=xxx)</a:t>
            </a:r>
            <a:endParaRPr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3" name="Google Shape;113;g347a185a933_0_372"/>
          <p:cNvSpPr txBox="1"/>
          <p:nvPr/>
        </p:nvSpPr>
        <p:spPr>
          <a:xfrm>
            <a:off x="2845349" y="3941613"/>
            <a:ext cx="2515200" cy="704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Lorem Ipsum </a:t>
            </a:r>
            <a:endParaRPr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(n=xxx)</a:t>
            </a:r>
            <a:endParaRPr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4" name="Google Shape;114;g347a185a933_0_372"/>
          <p:cNvSpPr txBox="1"/>
          <p:nvPr/>
        </p:nvSpPr>
        <p:spPr>
          <a:xfrm>
            <a:off x="2845352" y="5410818"/>
            <a:ext cx="2515200" cy="704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Lorem Ipsum </a:t>
            </a:r>
            <a:endParaRPr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(n=xxx)</a:t>
            </a:r>
            <a:endParaRPr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5" name="Google Shape;115;g347a185a933_0_372"/>
          <p:cNvCxnSpPr>
            <a:stCxn id="111" idx="2"/>
            <a:endCxn id="112" idx="0"/>
          </p:cNvCxnSpPr>
          <p:nvPr/>
        </p:nvCxnSpPr>
        <p:spPr>
          <a:xfrm>
            <a:off x="6435375" y="1456188"/>
            <a:ext cx="300" cy="886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" name="Google Shape;116;g347a185a933_0_372"/>
          <p:cNvCxnSpPr>
            <a:stCxn id="113" idx="2"/>
            <a:endCxn id="114" idx="0"/>
          </p:cNvCxnSpPr>
          <p:nvPr/>
        </p:nvCxnSpPr>
        <p:spPr>
          <a:xfrm>
            <a:off x="4102949" y="4645713"/>
            <a:ext cx="0" cy="765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7" name="Google Shape;117;g347a185a933_0_372"/>
          <p:cNvSpPr txBox="1"/>
          <p:nvPr>
            <p:ph idx="4294967295" type="title"/>
          </p:nvPr>
        </p:nvSpPr>
        <p:spPr>
          <a:xfrm>
            <a:off x="415600" y="593375"/>
            <a:ext cx="18417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4C6E"/>
              </a:buClr>
              <a:buSzPts val="2800"/>
              <a:buFont typeface="Lato"/>
              <a:buNone/>
            </a:pPr>
            <a:r>
              <a:rPr b="1" lang="en-US" sz="2133">
                <a:solidFill>
                  <a:srgbClr val="074C6E"/>
                </a:solidFill>
                <a:latin typeface="Lato"/>
                <a:ea typeface="Lato"/>
                <a:cs typeface="Lato"/>
                <a:sym typeface="Lato"/>
              </a:rPr>
              <a:t>TEMPLATE 2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" name="Google Shape;118;g347a185a933_0_372"/>
          <p:cNvSpPr txBox="1"/>
          <p:nvPr/>
        </p:nvSpPr>
        <p:spPr>
          <a:xfrm>
            <a:off x="7354249" y="3941588"/>
            <a:ext cx="2515200" cy="704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Lorem Ipsum </a:t>
            </a:r>
            <a:endParaRPr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(n=xxx)</a:t>
            </a:r>
            <a:endParaRPr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" name="Google Shape;119;g347a185a933_0_372"/>
          <p:cNvSpPr txBox="1"/>
          <p:nvPr/>
        </p:nvSpPr>
        <p:spPr>
          <a:xfrm>
            <a:off x="7354252" y="5410793"/>
            <a:ext cx="2515200" cy="704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Lorem Ipsum </a:t>
            </a:r>
            <a:endParaRPr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(n=xxx)</a:t>
            </a:r>
            <a:endParaRPr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0" name="Google Shape;120;g347a185a933_0_372"/>
          <p:cNvCxnSpPr>
            <a:stCxn id="118" idx="2"/>
            <a:endCxn id="119" idx="0"/>
          </p:cNvCxnSpPr>
          <p:nvPr/>
        </p:nvCxnSpPr>
        <p:spPr>
          <a:xfrm>
            <a:off x="8611849" y="4645688"/>
            <a:ext cx="0" cy="765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" name="Google Shape;121;g347a185a933_0_372"/>
          <p:cNvCxnSpPr>
            <a:stCxn id="112" idx="2"/>
            <a:endCxn id="113" idx="0"/>
          </p:cNvCxnSpPr>
          <p:nvPr/>
        </p:nvCxnSpPr>
        <p:spPr>
          <a:xfrm rot="5400000">
            <a:off x="4826312" y="2332147"/>
            <a:ext cx="886200" cy="2332800"/>
          </a:xfrm>
          <a:prstGeom prst="bentConnector3">
            <a:avLst>
              <a:gd fmla="val 49998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g347a185a933_0_372"/>
          <p:cNvCxnSpPr>
            <a:stCxn id="112" idx="2"/>
            <a:endCxn id="118" idx="0"/>
          </p:cNvCxnSpPr>
          <p:nvPr/>
        </p:nvCxnSpPr>
        <p:spPr>
          <a:xfrm flipH="1" rot="-5400000">
            <a:off x="7080662" y="2410597"/>
            <a:ext cx="886200" cy="2175900"/>
          </a:xfrm>
          <a:prstGeom prst="bentConnector3">
            <a:avLst>
              <a:gd fmla="val 49997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/>
          <p:cNvSpPr txBox="1"/>
          <p:nvPr>
            <p:ph type="title"/>
          </p:nvPr>
        </p:nvSpPr>
        <p:spPr>
          <a:xfrm>
            <a:off x="415600" y="593367"/>
            <a:ext cx="11360800" cy="94326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4C6E"/>
              </a:buClr>
              <a:buSzPts val="2800"/>
              <a:buFont typeface="Lato"/>
              <a:buNone/>
            </a:pPr>
            <a:r>
              <a:rPr lang="en-US" sz="2133"/>
              <a:t>EXAMPLE 1</a:t>
            </a:r>
            <a:endParaRPr/>
          </a:p>
        </p:txBody>
      </p:sp>
      <p:sp>
        <p:nvSpPr>
          <p:cNvPr id="128" name="Google Shape;128;p2"/>
          <p:cNvSpPr txBox="1"/>
          <p:nvPr/>
        </p:nvSpPr>
        <p:spPr>
          <a:xfrm>
            <a:off x="6013838" y="6596390"/>
            <a:ext cx="6178162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22222"/>
                </a:solidFill>
                <a:latin typeface="Lato"/>
                <a:ea typeface="Lato"/>
                <a:cs typeface="Lato"/>
                <a:sym typeface="Lato"/>
              </a:rPr>
              <a:t>Hepatol Int 17, 1150–1161 (2023)</a:t>
            </a:r>
            <a:endParaRPr b="0" i="0" sz="11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figure 1" id="129" name="Google Shape;12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3688" y="1214438"/>
            <a:ext cx="6524625" cy="442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 txBox="1"/>
          <p:nvPr>
            <p:ph type="title"/>
          </p:nvPr>
        </p:nvSpPr>
        <p:spPr>
          <a:xfrm>
            <a:off x="415600" y="593367"/>
            <a:ext cx="11360800" cy="94326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4C6E"/>
              </a:buClr>
              <a:buSzPts val="2800"/>
              <a:buFont typeface="Lato"/>
              <a:buNone/>
            </a:pPr>
            <a:r>
              <a:rPr lang="en-US" sz="2133"/>
              <a:t>EXAMPLE 2</a:t>
            </a:r>
            <a:endParaRPr/>
          </a:p>
        </p:txBody>
      </p:sp>
      <p:pic>
        <p:nvPicPr>
          <p:cNvPr id="135" name="Google Shape;135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7828" y="290023"/>
            <a:ext cx="5132499" cy="6347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47a185a933_0_364"/>
          <p:cNvSpPr txBox="1"/>
          <p:nvPr>
            <p:ph type="title"/>
          </p:nvPr>
        </p:nvSpPr>
        <p:spPr>
          <a:xfrm>
            <a:off x="415600" y="593367"/>
            <a:ext cx="113607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4C6E"/>
              </a:buClr>
              <a:buSzPts val="2800"/>
              <a:buFont typeface="Lato"/>
              <a:buNone/>
            </a:pPr>
            <a:r>
              <a:rPr lang="en-US" sz="2133"/>
              <a:t>EXAMPLE 3</a:t>
            </a:r>
            <a:endParaRPr/>
          </a:p>
        </p:txBody>
      </p:sp>
      <p:pic>
        <p:nvPicPr>
          <p:cNvPr id="141" name="Google Shape;141;g347a185a933_0_3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7684" y="1065000"/>
            <a:ext cx="9141809" cy="506941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347a185a933_0_364"/>
          <p:cNvSpPr txBox="1"/>
          <p:nvPr/>
        </p:nvSpPr>
        <p:spPr>
          <a:xfrm>
            <a:off x="6013838" y="6596390"/>
            <a:ext cx="6178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22222"/>
                </a:solidFill>
                <a:latin typeface="Lato"/>
                <a:ea typeface="Lato"/>
                <a:cs typeface="Lato"/>
                <a:sym typeface="Lato"/>
              </a:rPr>
              <a:t>BMJ Open 2020;10:e041167</a:t>
            </a:r>
            <a:endParaRPr b="0" i="0" sz="11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 txBox="1"/>
          <p:nvPr>
            <p:ph type="title"/>
          </p:nvPr>
        </p:nvSpPr>
        <p:spPr>
          <a:xfrm>
            <a:off x="415600" y="593367"/>
            <a:ext cx="11360800" cy="94326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4C6E"/>
              </a:buClr>
              <a:buSzPts val="2800"/>
              <a:buFont typeface="Lato"/>
              <a:buNone/>
            </a:pPr>
            <a:r>
              <a:rPr lang="en-US" sz="2133"/>
              <a:t>EXAMPLE 4</a:t>
            </a:r>
            <a:endParaRPr/>
          </a:p>
        </p:txBody>
      </p:sp>
      <p:sp>
        <p:nvSpPr>
          <p:cNvPr id="148" name="Google Shape;148;p5"/>
          <p:cNvSpPr txBox="1"/>
          <p:nvPr/>
        </p:nvSpPr>
        <p:spPr>
          <a:xfrm>
            <a:off x="6013838" y="6596390"/>
            <a:ext cx="6178162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22222"/>
                </a:solidFill>
                <a:latin typeface="Lato"/>
                <a:ea typeface="Lato"/>
                <a:cs typeface="Lato"/>
                <a:sym typeface="Lato"/>
              </a:rPr>
              <a:t>BMC Cancer 22, 430 (2022)</a:t>
            </a:r>
            <a:endParaRPr b="0" i="0" sz="11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figure 1" id="149" name="Google Shape;14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7475" y="0"/>
            <a:ext cx="43370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2025-01-22T15:18:05Z</dcterms:created>
  <dc:creator>Cristina Jácome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0x010100631FD33E3C311F4E89CC54D405A7B84A</vt:lpwstr>
  </property>
</Properties>
</file>