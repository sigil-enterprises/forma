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2" roundtripDataSignature="AMtx7mh0VGSPD1tpLP0XLxQws9fOoguY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9a81a663f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9a81a663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9a81a663f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9a81a663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9a81a663f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9a81a663f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a81a663fd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a81a663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9a81a663fd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9a81a663f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a81a663fd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a81a663f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>
                <a:solidFill>
                  <a:srgbClr val="003A6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2400"/>
              <a:buNone/>
              <a:defRPr sz="2400">
                <a:solidFill>
                  <a:srgbClr val="003A6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>
                <a:solidFill>
                  <a:srgbClr val="003A6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2400"/>
              <a:buNone/>
              <a:defRPr sz="2400">
                <a:solidFill>
                  <a:srgbClr val="003A6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iro.com/app/board/uXjVNP3bJto=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idx="4294967295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2800"/>
              <a:buFont typeface="Arial"/>
              <a:buNone/>
            </a:pPr>
            <a:r>
              <a:rPr lang="pt-PT">
                <a:solidFill>
                  <a:srgbClr val="159BD3"/>
                </a:solidFill>
              </a:rPr>
              <a:t>jjhhhjkhjgvghh</a:t>
            </a:r>
            <a:endParaRPr b="0" i="0" sz="2800" u="none" cap="none" strike="noStrike">
              <a:solidFill>
                <a:srgbClr val="159B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9a81a663fd_0_0"/>
          <p:cNvSpPr txBox="1"/>
          <p:nvPr>
            <p:ph type="title"/>
          </p:nvPr>
        </p:nvSpPr>
        <p:spPr>
          <a:xfrm>
            <a:off x="838200" y="889686"/>
            <a:ext cx="105156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Agenda</a:t>
            </a:r>
            <a:endParaRPr/>
          </a:p>
        </p:txBody>
      </p:sp>
      <p:sp>
        <p:nvSpPr>
          <p:cNvPr id="84" name="Google Shape;84;g29a81a663fd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1. Welcome (20 min)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2. Project Overview (10 min)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3. Scope and Deliverables (5 min)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4. Roles and Responsibilities (15 min)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5. Project Timeline and Milestones (5 min)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6. Next Steps and Action Items (5 min)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9a81a663fd_0_6"/>
          <p:cNvSpPr txBox="1"/>
          <p:nvPr>
            <p:ph type="title"/>
          </p:nvPr>
        </p:nvSpPr>
        <p:spPr>
          <a:xfrm>
            <a:off x="838200" y="889686"/>
            <a:ext cx="105156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[Project Title]</a:t>
            </a:r>
            <a:endParaRPr/>
          </a:p>
        </p:txBody>
      </p:sp>
      <p:sp>
        <p:nvSpPr>
          <p:cNvPr id="90" name="Google Shape;90;g29a81a663fd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Stakeholders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Researchers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Start-End dates (duration)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a81a663fd_0_11"/>
          <p:cNvSpPr txBox="1"/>
          <p:nvPr>
            <p:ph type="title"/>
          </p:nvPr>
        </p:nvSpPr>
        <p:spPr>
          <a:xfrm>
            <a:off x="838200" y="889686"/>
            <a:ext cx="105156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Objectives</a:t>
            </a:r>
            <a:endParaRPr/>
          </a:p>
        </p:txBody>
      </p:sp>
      <p:sp>
        <p:nvSpPr>
          <p:cNvPr id="96" name="Google Shape;96;g29a81a663fd_0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a81a663fd_0_16"/>
          <p:cNvSpPr txBox="1"/>
          <p:nvPr>
            <p:ph type="title"/>
          </p:nvPr>
        </p:nvSpPr>
        <p:spPr>
          <a:xfrm>
            <a:off x="838200" y="889686"/>
            <a:ext cx="105156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Scope &amp; Deliverables</a:t>
            </a:r>
            <a:endParaRPr/>
          </a:p>
        </p:txBody>
      </p:sp>
      <p:sp>
        <p:nvSpPr>
          <p:cNvPr id="102" name="Google Shape;102;g29a81a663fd_0_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9a81a663fd_0_21"/>
          <p:cNvSpPr txBox="1"/>
          <p:nvPr>
            <p:ph type="title"/>
          </p:nvPr>
        </p:nvSpPr>
        <p:spPr>
          <a:xfrm>
            <a:off x="838200" y="889686"/>
            <a:ext cx="105156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Timeline &amp; Milestones</a:t>
            </a:r>
            <a:endParaRPr/>
          </a:p>
        </p:txBody>
      </p:sp>
      <p:sp>
        <p:nvSpPr>
          <p:cNvPr id="108" name="Google Shape;108;g29a81a663fd_0_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 u="sng">
                <a:solidFill>
                  <a:schemeClr val="hlink"/>
                </a:solidFill>
                <a:hlinkClick r:id="rId3"/>
              </a:rPr>
              <a:t>https://miro.com/app/board/uXjVNP3bJto=/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a81a663fd_0_27"/>
          <p:cNvSpPr txBox="1"/>
          <p:nvPr>
            <p:ph type="title"/>
          </p:nvPr>
        </p:nvSpPr>
        <p:spPr>
          <a:xfrm>
            <a:off x="838200" y="889686"/>
            <a:ext cx="105156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Next- steps </a:t>
            </a:r>
            <a:endParaRPr/>
          </a:p>
        </p:txBody>
      </p:sp>
      <p:sp>
        <p:nvSpPr>
          <p:cNvPr id="114" name="Google Shape;114;g29a81a663fd_0_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(</a:t>
            </a:r>
            <a:r>
              <a:rPr lang="pt-PT" sz="4400"/>
              <a:t>action items)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2021-07-29T15:12:04Z</dcterms:created>
  <dc:creator>Microsoft Office User</dc:creator>
</cp:coreProperties>
</file>