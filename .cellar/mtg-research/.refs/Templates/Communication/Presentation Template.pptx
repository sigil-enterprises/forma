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ggv2d3lHPehh6Ff49bgU0sYCzU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ae83393c3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ae83393c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ctrTitle"/>
          </p:nvPr>
        </p:nvSpPr>
        <p:spPr>
          <a:xfrm>
            <a:off x="5449330" y="1443638"/>
            <a:ext cx="648729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5449330" y="3923313"/>
            <a:ext cx="64872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ctrTitle"/>
          </p:nvPr>
        </p:nvSpPr>
        <p:spPr>
          <a:xfrm>
            <a:off x="5449330" y="1443638"/>
            <a:ext cx="648729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5449330" y="3923313"/>
            <a:ext cx="64872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ctrTitle"/>
          </p:nvPr>
        </p:nvSpPr>
        <p:spPr>
          <a:xfrm>
            <a:off x="5449330" y="1443638"/>
            <a:ext cx="648729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6000"/>
              <a:buFont typeface="Calibri"/>
              <a:buNone/>
              <a:defRPr sz="6000">
                <a:solidFill>
                  <a:srgbClr val="003A6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5449330" y="3923313"/>
            <a:ext cx="64872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2400"/>
              <a:buNone/>
              <a:defRPr sz="2400">
                <a:solidFill>
                  <a:srgbClr val="003A6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ctrTitle"/>
          </p:nvPr>
        </p:nvSpPr>
        <p:spPr>
          <a:xfrm>
            <a:off x="5449330" y="1443638"/>
            <a:ext cx="648729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6000"/>
              <a:buFont typeface="Calibri"/>
              <a:buNone/>
              <a:defRPr sz="6000">
                <a:solidFill>
                  <a:srgbClr val="003A6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" type="subTitle"/>
          </p:nvPr>
        </p:nvSpPr>
        <p:spPr>
          <a:xfrm>
            <a:off x="5449330" y="3923313"/>
            <a:ext cx="64872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2400"/>
              <a:buNone/>
              <a:defRPr sz="2400">
                <a:solidFill>
                  <a:srgbClr val="003A6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889686"/>
            <a:ext cx="10515600" cy="80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A6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A6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3A6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idx="4294967295" type="ctrTitle"/>
          </p:nvPr>
        </p:nvSpPr>
        <p:spPr>
          <a:xfrm>
            <a:off x="5449330" y="1443638"/>
            <a:ext cx="6487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rgbClr val="003A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>
            <p:ph idx="4294967295" type="subTitle"/>
          </p:nvPr>
        </p:nvSpPr>
        <p:spPr>
          <a:xfrm>
            <a:off x="5449330" y="3923313"/>
            <a:ext cx="64872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A62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3A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2ae83393c3_3_0"/>
          <p:cNvSpPr txBox="1"/>
          <p:nvPr>
            <p:ph type="title"/>
          </p:nvPr>
        </p:nvSpPr>
        <p:spPr>
          <a:xfrm>
            <a:off x="838200" y="889686"/>
            <a:ext cx="105156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2ae83393c3_3_0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2ae83393c3_3_0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2021-07-29T15:12:04Z</dcterms:created>
  <dc:creator>Microsoft Office User</dc:creator>
</cp:coreProperties>
</file>